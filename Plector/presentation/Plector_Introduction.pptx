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事件驱动的 AI Agent 引擎 | v1.8.0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当前版本: v1.8.0 (已定稿)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核心引擎: 13 个核心模块 | 技能系统: 9 个技能 | 工具集: 49 个工具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架构风格: 事件驱动架构，组件异步解耦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核心特性: ReAct自主决策 | 多LLM后端 | MCP协议 | 闭环引擎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设计原则: 模块解耦 | 技能治理 | 闭环自愈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代码质量: 单元测试覆盖率 ≥ 80% | Harness 7项自动化检查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383280" cy="2286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自主决策 (ReAct)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LLM推理 → 调用工具 → 观察 → 迭代的循环机制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463040"/>
            <a:ext cx="3383280" cy="22860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多LLM后端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支持 Ollama / OpenAI / Anthropic 三大后端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63040"/>
            <a:ext cx="3383280" cy="2286000"/>
          </a:xfrm>
          <a:prstGeom prst="round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645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技能系统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插件化技能，MCP格式定义，最多15个技能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7640"/>
            <a:ext cx="3383280" cy="2286000"/>
          </a:xfrm>
          <a:prstGeom prst="roundRect">
            <a:avLst/>
          </a:prstGeom>
          <a:solidFill>
            <a:srgbClr val="C8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事件驱动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CloudEvents 1.0标准，组件异步入耦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977640"/>
            <a:ext cx="3383280" cy="228600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41605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MCP协议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连接外部MCP Server，引入现成工具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977640"/>
            <a:ext cx="3383280" cy="2286000"/>
          </a:xfrm>
          <a:prstGeom prst="round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1605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闭环引擎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条件图执行，支持自动修复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项目架构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200400" cy="10972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core/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核心引擎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2286000" cy="10972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skills/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技能系统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2286000" cy="1097280"/>
          </a:xfrm>
          <a:prstGeom prst="round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tools/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工具集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371600"/>
            <a:ext cx="2286000" cy="1097280"/>
          </a:xfrm>
          <a:prstGeom prst="roundRect">
            <a:avLst/>
          </a:prstGeom>
          <a:solidFill>
            <a:srgbClr val="C8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6459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channels/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接入渠道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743200"/>
            <a:ext cx="2286000" cy="1097280"/>
          </a:xfrm>
          <a:prstGeom prst="round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0175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servers/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MCP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505050"/>
                </a:solidFill>
              </a:defRPr>
            </a:pPr>
            <a:r>
              <a:t>core/: agent_loop, closure_engine, skill_registry, event_bus, context_builder...</a:t>
            </a:r>
          </a:p>
          <a:p>
            <a:pPr>
              <a:spcBef>
                <a:spcPts val="400"/>
              </a:spcBef>
              <a:defRPr sz="1400">
                <a:solidFill>
                  <a:srgbClr val="505050"/>
                </a:solidFill>
              </a:defRPr>
            </a:pPr>
            <a:r>
              <a:t>skills/: agency_orchestrator, auto_developer, code_writer, memory, web_search...</a:t>
            </a:r>
          </a:p>
          <a:p>
            <a:pPr>
              <a:spcBef>
                <a:spcPts val="400"/>
              </a:spcBef>
              <a:defRPr sz="1400">
                <a:solidFill>
                  <a:srgbClr val="505050"/>
                </a:solidFill>
              </a:defRPr>
            </a:pPr>
            <a:r>
              <a:t>tools/: 49个工具函数，无状态无治理</a:t>
            </a:r>
          </a:p>
          <a:p>
            <a:pPr>
              <a:spcBef>
                <a:spcPts val="400"/>
              </a:spcBef>
              <a:defRPr sz="1400">
                <a:solidFill>
                  <a:srgbClr val="505050"/>
                </a:solidFill>
              </a:defRPr>
            </a:pPr>
            <a:r>
              <a:t>channels/: cli.py, websocket.py, http.py</a:t>
            </a:r>
          </a:p>
          <a:p>
            <a:pPr>
              <a:spcBef>
                <a:spcPts val="400"/>
              </a:spcBef>
              <a:defRPr sz="1400">
                <a:solidFill>
                  <a:srgbClr val="505050"/>
                </a:solidFill>
              </a:defRPr>
            </a:pPr>
            <a:r>
              <a:t>servers/: MCP Servers: agency-orchestrator, filesystem, sqlite...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核心模块详解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Agent Loop (agent_loop.py)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实现ReAct模式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管理LLM调用、工具执行、结果回填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将技能也注册为工具统一调用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Closure Engine (closure_engine.py)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条件图解析与执行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支持自动修复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配置统一路径: config/closed_loops.yaml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Skill Registry (skill_registry.py)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技能注册与管理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技能元数据存储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Event Bus (event_bus.py)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事件总线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支持同步/异步事件处理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CloudEvents 1.0兼容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Context Builder (context_builder.py)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上下文构建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从.md文件加载配置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支持多角色配置(AGENTS/SOUL/USER)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Governance (governance.py)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技能治理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健康分析、淘汰机制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技能系统 (9个技能)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agency_orchestrator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多智能体YAML工作流引擎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- 174个AI角色，支持DAG并行执行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支持Resume断点续跑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auto_developer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一键自动开发流水线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需求→代码全自动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code_writer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代码编写技能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支持写入、读取、修改代码文件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test_runner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测试运行技能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支持pytest并返回结果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memory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记忆管理技能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存储对话历史、用户偏好、知识记忆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web_search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网页搜索技能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使用博查API(国内可用)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file_utils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文件操作技能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列表、复制、移动、删除文件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health_monitor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系统健康监控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CPU、内存、磁盘使用率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error_knowledge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错误记录与分类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•   - 存储到本地知识库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技术栈与依赖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Python 3.11+ | asyncio异步编程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LLM后端: Ollama (本地) | OpenAI API | Anthropic API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MCP协议: Model Context Protocol 实现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数据存储: SQLite + 向量存储 (vector_memory)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事件标准: CloudEvents 1.0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测试框架: pytest + pre-commit hooks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代码规范: 单函数≤50行 | 返回值{success, data, error}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快速开始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# 克隆项目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git clone https://github.com/biandeshen/Plector.git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cd Plector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# 配置LLM后端 (三选一)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ollama pull qwen3:4b &amp;&amp; ollama serve  # Ollama(本地)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export OPENAI_API_KEY="sk-xxx"     # OpenAI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export ANTHROPIC_API_KEY="sk-ant-xxx" # Anthropic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# 运行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python channels/cli.py --query "你好"      # CLI模式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python channels/websocket.py --port 8080  # Web模式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硬性规则: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  1. core/ 不依赖 skills/ 和 tools/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  2. 技能数量 ≤ 15 个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  3. 函数不超过 50 行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  4. 返回值格式: {"success", "data", "error"}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Plector性格: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  • 务实、简洁、高效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  • 先验证再优化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  • 出错时返回结构化错误，不抛异常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  • 拒绝过度工程化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Plector - 让AI Agent开发更简单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